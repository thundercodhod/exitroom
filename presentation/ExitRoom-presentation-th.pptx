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30296e3744225" /><Relationship Type="http://schemas.openxmlformats.org/officeDocument/2006/relationships/extended-properties" Target="/docProps/app.xml" Id="R98c8b5cd3c8d48ac" /><Relationship Type="http://schemas.openxmlformats.org/officeDocument/2006/relationships/officeDocument" Target="/ppt/presentation.xml" Id="R113c0edf845a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fce94c18e94b8e"/>
  </p:sldMasterIdLst>
  <p:notesMasterIdLst>
    <p:notesMasterId xmlns:r="http://schemas.openxmlformats.org/officeDocument/2006/relationships" r:id="Re0daffbedf9a443f"/>
  </p:notesMasterIdLst>
  <p:sldIdLst>
    <p:sldId xmlns:r="http://schemas.openxmlformats.org/officeDocument/2006/relationships" id="256" r:id="R3ff8a2535831475f"/>
    <p:sldId xmlns:r="http://schemas.openxmlformats.org/officeDocument/2006/relationships" id="257" r:id="Re02addf57c744b49"/>
    <p:sldId xmlns:r="http://schemas.openxmlformats.org/officeDocument/2006/relationships" id="258" r:id="R035ce94480384b83"/>
    <p:sldId xmlns:r="http://schemas.openxmlformats.org/officeDocument/2006/relationships" id="259" r:id="R50c93acc399f4fee"/>
    <p:sldId xmlns:r="http://schemas.openxmlformats.org/officeDocument/2006/relationships" id="260" r:id="R2d019a269cae4e14"/>
    <p:sldId xmlns:r="http://schemas.openxmlformats.org/officeDocument/2006/relationships" id="261" r:id="Rde4f6e6d5852421e"/>
    <p:sldId xmlns:r="http://schemas.openxmlformats.org/officeDocument/2006/relationships" id="262" r:id="R50832e65825748e2"/>
    <p:sldId xmlns:r="http://schemas.openxmlformats.org/officeDocument/2006/relationships" id="263" r:id="R4962985430e642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681928b354e62" /><Relationship Type="http://schemas.openxmlformats.org/officeDocument/2006/relationships/slideMaster" Target="/ppt/slideMasters/slideMaster1.xml" Id="R23fce94c18e94b8e" /><Relationship Type="http://schemas.openxmlformats.org/officeDocument/2006/relationships/notesMaster" Target="/ppt/notesMasters/notesMaster1.xml" Id="Re0daffbedf9a443f" /><Relationship Type="http://schemas.openxmlformats.org/officeDocument/2006/relationships/presProps" Target="/ppt/presProps.xml" Id="R71674745328a4432" /><Relationship Type="http://schemas.openxmlformats.org/officeDocument/2006/relationships/tableStyles" Target="/ppt/tableStyles.xml" Id="Rb286a254e4ae43ee" /><Relationship Type="http://schemas.openxmlformats.org/officeDocument/2006/relationships/slide" Target="/ppt/slides/slide1.xml" Id="R3ff8a2535831475f" /><Relationship Type="http://schemas.openxmlformats.org/officeDocument/2006/relationships/slide" Target="/ppt/slides/slide2.xml" Id="Re02addf57c744b49" /><Relationship Type="http://schemas.openxmlformats.org/officeDocument/2006/relationships/slide" Target="/ppt/slides/slide3.xml" Id="R035ce94480384b83" /><Relationship Type="http://schemas.openxmlformats.org/officeDocument/2006/relationships/slide" Target="/ppt/slides/slide4.xml" Id="R50c93acc399f4fee" /><Relationship Type="http://schemas.openxmlformats.org/officeDocument/2006/relationships/slide" Target="/ppt/slides/slide5.xml" Id="R2d019a269cae4e14" /><Relationship Type="http://schemas.openxmlformats.org/officeDocument/2006/relationships/slide" Target="/ppt/slides/slide6.xml" Id="Rde4f6e6d5852421e" /><Relationship Type="http://schemas.openxmlformats.org/officeDocument/2006/relationships/slide" Target="/ppt/slides/slide7.xml" Id="R50832e65825748e2" /><Relationship Type="http://schemas.openxmlformats.org/officeDocument/2006/relationships/slide" Target="/ppt/slides/slide8.xml" Id="R4962985430e6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b6698a7f7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214971623c4cac" /><Relationship Type="http://schemas.openxmlformats.org/officeDocument/2006/relationships/notesMaster" Target="/ppt/notesMasters/notesMaster1.xml" Id="R7e09d173723c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17e8e89294888" /><Relationship Type="http://schemas.openxmlformats.org/officeDocument/2006/relationships/notesMaster" Target="/ppt/notesMasters/notesMaster1.xml" Id="Rba7ee2d4fac944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1b4cda06a4a43" /><Relationship Type="http://schemas.openxmlformats.org/officeDocument/2006/relationships/notesMaster" Target="/ppt/notesMasters/notesMaster1.xml" Id="R8d393e67345e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73e7fbed624c70" /><Relationship Type="http://schemas.openxmlformats.org/officeDocument/2006/relationships/notesMaster" Target="/ppt/notesMasters/notesMaster1.xml" Id="Rfce7796a10b6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54181efbad4401" /><Relationship Type="http://schemas.openxmlformats.org/officeDocument/2006/relationships/notesMaster" Target="/ppt/notesMasters/notesMaster1.xml" Id="Ra902c950a09e42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13e28c02a04f47" /><Relationship Type="http://schemas.openxmlformats.org/officeDocument/2006/relationships/notesMaster" Target="/ppt/notesMasters/notesMaster1.xml" Id="R4a3595e81b754c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f0b50c74074158" /><Relationship Type="http://schemas.openxmlformats.org/officeDocument/2006/relationships/notesMaster" Target="/ppt/notesMasters/notesMaster1.xml" Id="R1bf4e33a4ea947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b77e4fe20f4a6e" /><Relationship Type="http://schemas.openxmlformats.org/officeDocument/2006/relationships/notesMaster" Target="/ppt/notesMasters/notesMaster1.xml" Id="Ra0655c061969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เกมต้นแบบ ExitRoom พัฒนาด้วย Godot 4.7.2 ข้อมูลเกมอ้างอิง README ในโปรเจกต์ ExitRoom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ภาพจาก preview-lobby.png ในโฟลเดอร์โปรเจกต์ ExitRoom. ลำดับการเล่นอ้างอิง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ภาพจาก preview-lobby-roam.png ในโฟลเดอร์โปรเจกต์ ExitRoom. ผู้เล่นเดินชมสวนหรือเริ่มด่านผ่านป้ายในสวนได้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ภาพจาก preview-backrooms.png ในโฟลเดอร์โปรเจกต์ ExitRoom. เป้าหมายและปุ่มกดอ้างอิง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ภาพโปรโมต Backrooms (2026) จาก A24: https://a24films.com/films/backrooms . ใช้เพื่ออ้างอิงบรรยากาศเท่านั้น ไม่ใช่ภาพของเกม ExitRoom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การควบคุมอ้างอิง README.md ของโปรเจกต์ ExitRoom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สถานะสิ่งที่มีแล้วอ้างอิง README.md และโครงงาน ExitRoom. รายการพัฒนาต่อเป็นแผนงาน ไม่ใช่คุณสมบัติที่เสร็จแล้ว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รายชื่อทีมจากข้อมูลที่ผู้ใช้ให้ไว้ในการสนทนา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45f0d849c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a03ccaff34deb" /><Relationship Type="http://schemas.openxmlformats.org/officeDocument/2006/relationships/slideLayout" Target="/ppt/slideLayouts/slideLayout1.xml" Id="Ra4ee32400797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e32400797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c7674de984ccc" /><Relationship Type="http://schemas.openxmlformats.org/officeDocument/2006/relationships/notesSlide" Target="/ppt/notesSlides/notesSlide1.xml" Id="Re3a1f2ecfb25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cfc45ffde4e94" /><Relationship Type="http://schemas.openxmlformats.org/officeDocument/2006/relationships/image" Target="/ppt/media/image.png" Id="R31c3778361fb4688" /><Relationship Type="http://schemas.openxmlformats.org/officeDocument/2006/relationships/notesSlide" Target="/ppt/notesSlides/notesSlide2.xml" Id="R5526ef71639a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51c149e654cfb" /><Relationship Type="http://schemas.openxmlformats.org/officeDocument/2006/relationships/image" Target="/ppt/media/image2.png" Id="R6c2383593db24a9c" /><Relationship Type="http://schemas.openxmlformats.org/officeDocument/2006/relationships/notesSlide" Target="/ppt/notesSlides/notesSlide3.xml" Id="R13283482bcd34b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0af249e248f5" /><Relationship Type="http://schemas.openxmlformats.org/officeDocument/2006/relationships/image" Target="/ppt/media/image3.png" Id="Ra20651725da54610" /><Relationship Type="http://schemas.openxmlformats.org/officeDocument/2006/relationships/notesSlide" Target="/ppt/notesSlides/notesSlide4.xml" Id="R92cfddc0967e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dccad8a814595" /><Relationship Type="http://schemas.openxmlformats.org/officeDocument/2006/relationships/image" Target="/ppt/media/image.jpeg" Id="R02d8885a720b491e" /><Relationship Type="http://schemas.openxmlformats.org/officeDocument/2006/relationships/notesSlide" Target="/ppt/notesSlides/notesSlide5.xml" Id="Ra50b31f475f842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8192534124726" /><Relationship Type="http://schemas.openxmlformats.org/officeDocument/2006/relationships/notesSlide" Target="/ppt/notesSlides/notesSlide6.xml" Id="R955a482a9ca04f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1083fd63d4bd9" /><Relationship Type="http://schemas.openxmlformats.org/officeDocument/2006/relationships/notesSlide" Target="/ppt/notesSlides/notesSlide7.xml" Id="Rec125bd8f510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2000698814409" /><Relationship Type="http://schemas.openxmlformats.org/officeDocument/2006/relationships/notesSlide" Target="/ppt/notesSlides/notesSlide8.xml" Id="R129bac921e41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5EBA8-C696-4544-BEEE-B8A974E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8E102-DCBD-4F8C-9AE2-54FC75E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66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EXITROOM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2CB0D-DA34-409D-A0AC-E4BC3D2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เกมสยองขวัญ 3D มุมมองบุคคลที่สาม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00967-7E46-46C6-A9D2-A2F8444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สวนสำหรับรอเริ่มเกม  /  Backrooms ด่านแรก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83AA5-7257-4CF2-8685-782AF5FE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โครงงานวิชา CP410844 Computer Game Development  •  กลุ่ม 12</a:t>
            </a:r>
          </a:p>
        </p:txBody>
      </p:sp>
    </p:spTree>
    <p:extLst>
      <p:ext uri="{BB962C8B-B14F-4D97-AF65-F5344CB8AC3E}">
        <p14:creationId xmlns:p14="http://schemas.microsoft.com/office/powerpoint/2010/main" val="1010281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5C59-4E67-441C-995C-51C50770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ภาพรวมเกม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EA682-2BB0-475B-A483-282EFD2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3778361fb4688"/>
          <a:srcRect xmlns:a="http://schemas.openxmlformats.org/drawingml/2006/main" l="12287" t="0" r="12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343025"/>
            <a:ext cx="5619750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CBE16-A11A-4C43-8FA0-7916C02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เริ่มที่สวน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ED4ED-E559-4B9F-B5FD-DD907462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เลือกเดินสำรวจหรือเริ่มด่านแรก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FD0EA-4ABC-4D02-8411-2D826C06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เข้าสู่ Backrooms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9B018-2C24-4456-8759-6312F1D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สำรวจห้องโทนเหลืองและหาทางออก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D63A-0337-4214-847F-18545CA6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เมื่อออกสำเร็จจะกลับมาที่สวน</a:t>
            </a:r>
          </a:p>
        </p:txBody>
      </p:sp>
    </p:spTree>
    <p:extLst>
      <p:ext uri="{BB962C8B-B14F-4D97-AF65-F5344CB8AC3E}">
        <p14:creationId xmlns:p14="http://schemas.microsoft.com/office/powerpoint/2010/main" val="1964556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E07B-9E4E-47B4-B6E8-5632623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Garden Lobby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6255-22CF-4CA1-A9A0-48C9EFF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383593db24a9c"/>
          <a:srcRect xmlns:a="http://schemas.openxmlformats.org/drawingml/2006/main" l="0" t="15157" r="0" b="15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23975"/>
            <a:ext cx="1093470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C065C-430F-4F95-A9E9-1BCF4B8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พื้นที่รอเริ่มเกม มีน้ำพุเป็นจุดเด่นกลางสวน</a:t>
            </a:r>
          </a:p>
        </p:txBody>
      </p:sp>
    </p:spTree>
    <p:extLst>
      <p:ext uri="{BB962C8B-B14F-4D97-AF65-F5344CB8AC3E}">
        <p14:creationId xmlns:p14="http://schemas.microsoft.com/office/powerpoint/2010/main" val="1360356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BC94F-BDCF-4D23-B259-611EB38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ด่านแรก: Backrooms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EC15E-19D2-48E7-A201-C2BEAD78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651725da54610"/>
          <a:srcRect xmlns:a="http://schemas.openxmlformats.org/drawingml/2006/main" l="0" t="15234" r="0" b="15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23975"/>
            <a:ext cx="10934700" cy="42767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73FDF-EF09-402A-A0B3-F948757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เป้าหมาย: ตามหาไฟทางออกสีเขียว แล้วกด E เพื่อกลับสวน</a:t>
            </a:r>
          </a:p>
        </p:txBody>
      </p:sp>
    </p:spTree>
    <p:extLst>
      <p:ext uri="{BB962C8B-B14F-4D97-AF65-F5344CB8AC3E}">
        <p14:creationId xmlns:p14="http://schemas.microsoft.com/office/powerpoint/2010/main" val="347916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915B2-E7E4-4BAF-AAFD-5C46673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ภาพอ้างอิงบรรยากาศ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C1C7A-3D5F-4450-A7B3-69146CE4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8885a720b491e"/>
          <a:srcRect xmlns:a="http://schemas.openxmlformats.org/drawingml/2006/main" l="85" t="0" r="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400175"/>
            <a:ext cx="7067550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9A3DF-767B-490D-A615-30B5A4E0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3409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Backrooms (2026)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0B8E7-A926-410D-B62E-D77854B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669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ภาพยนตร์ของ A24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9F2FD-4587-436F-B1E1-7F582D4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52725"/>
            <a:ext cx="3390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โทนเหลืองของห้องและแสงที่ทำให้รู้สึกหลงทาง เป็นแนวทางด้านบรรยากาศของด่านแรก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3596F-A1F7-4C71-9B6D-D86A709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ภาพจากภาพยนตร์ ไม่ใช่ภาพเกม ExitRoom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AA131-5FC1-4F0A-A3BC-C15A5B48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เครดิตภาพ: A24  •  a24films.com/films/backrooms</a:t>
            </a:r>
          </a:p>
        </p:txBody>
      </p:sp>
    </p:spTree>
    <p:extLst>
      <p:ext uri="{BB962C8B-B14F-4D97-AF65-F5344CB8AC3E}">
        <p14:creationId xmlns:p14="http://schemas.microsoft.com/office/powerpoint/2010/main" val="1836041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6F22E-4333-41BB-BE83-074D528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วิธีเล่นในต้นแบบ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880C5-CA24-4F58-8E8D-A7C62A7D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F39F9-6AC8-40AB-8951-2049BC1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8590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W A S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FBA5F-30E6-4FF4-9B97-84D1DD4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85900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เดิน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ECF77-A99B-448B-A894-207E10A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เมาส์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42BA8-E409-4D52-A16E-EC8277E9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หมุนกล้อง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172AE-E75C-44C0-B5D6-BFE5926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Shift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38957-EBDC-497E-B2B0-DF02FA0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วิ่ง ใช้พลังความอึด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A74C0-2DBC-4262-A52E-36ED12E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0045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E88B9-E9A3-4B32-ACC6-231B57DB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เปิดหรือปิดไฟฉาย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01E27-5509-4348-8289-126F5C76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0530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7AC02-C7B2-4267-B281-6FBFCBE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723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ใช้ป้ายเริ่มด่านหรือทางออก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8ED04-1E9B-4DB5-ABE4-E406D0A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0150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Esc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C16B6-BE75-454A-90E8-2F3D537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เปิดเมนูหรือพักเกม</a:t>
            </a:r>
          </a:p>
        </p:txBody>
      </p:sp>
    </p:spTree>
    <p:extLst>
      <p:ext uri="{BB962C8B-B14F-4D97-AF65-F5344CB8AC3E}">
        <p14:creationId xmlns:p14="http://schemas.microsoft.com/office/powerpoint/2010/main" val="395759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31F82-47C5-41FA-B2D8-5E094C9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สถานะต้นแบบ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D7A14-0356-41E9-B3B6-7F95A8B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BCC87-93C7-4D94-934D-25EE3685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มีแล้ว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83425-F9E7-4D19-8E5F-365E339B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Garden Lobby และด่าน Backrooms</a:t>
            </a:r>
          </a:p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การเดิน วิ่งพร้อมความอึด ไฟฉาย</a:t>
            </a:r>
          </a:p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ป้ายเริ่มด่านและทางออก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3A964-E886-417A-BF4F-2A177C9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668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กำลังพัฒนาต่อ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3DE12-43A2-4429-A23D-841CBD7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โมเดลตัวละครจริง</a:t>
            </a:r>
          </a:p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การออกแบบความน่ากลัวและกิจกรรมในด่าน</a:t>
            </a:r>
          </a:p>
          <a:p xmlns:a="http://schemas.openxmlformats.org/drawingml/2006/main">
            <a:pPr>
              <a:defRPr sz="20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การเก็บรายละเอียดภาพและเสียง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F8158-71BE-4DAC-BA37-F8BA605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Hazmat เป็นตัวละครชั่วคราว  •  ต้นแบบยังไม่มีศัตรู การต่อสู้ หรือหลายผู้เล่น</a:t>
            </a:r>
          </a:p>
        </p:txBody>
      </p:sp>
    </p:spTree>
    <p:extLst>
      <p:ext uri="{BB962C8B-B14F-4D97-AF65-F5344CB8AC3E}">
        <p14:creationId xmlns:p14="http://schemas.microsoft.com/office/powerpoint/2010/main" val="897786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EBC7-FE5A-42D7-9C72-F4D52B1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ทีมพัฒนา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FF05-4517-4343-AAAA-3E800420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EXITROOM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4EC07-FC13-4A58-8B59-9822FAB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7CB79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D7CB79"/>
                </a:solidFill>
                <a:latin typeface="Tahoma"/>
                <a:ea typeface="Tahoma"/>
                <a:cs typeface="Tahoma"/>
              </a:rPr>
              <a:t>กลุ่ม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B3F6-432E-4A16-9EFE-4197CFB3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3822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นายศรัณยู เจริญผล</a:t>
            </a:r>
          </a:p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นายธันว์ สว่างศรี</a:t>
            </a:r>
          </a:p>
          <a:p xmlns:a="http://schemas.openxmlformats.org/drawingml/2006/main">
            <a:pPr>
              <a:defRPr sz="2325" b="0">
                <a:solidFill>
                  <a:srgbClr val="F5F0D8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F5F0D8"/>
                </a:solidFill>
                <a:latin typeface="Tahoma"/>
                <a:ea typeface="Tahoma"/>
                <a:cs typeface="Tahoma"/>
              </a:rPr>
              <a:t>นายฑีฌานนท์ อัศวะภูมิ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4EFA-448A-49B2-A108-E6099C70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7AE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5B7AE"/>
                </a:solidFill>
                <a:latin typeface="Tahoma"/>
                <a:ea typeface="Tahoma"/>
                <a:cs typeface="Tahoma"/>
              </a:rPr>
              <a:t>สาขาวิชาปัญญาประดิษฐ์</a:t>
            </a:r>
          </a:p>
        </p:txBody>
      </p:sp>
    </p:spTree>
    <p:extLst>
      <p:ext uri="{BB962C8B-B14F-4D97-AF65-F5344CB8AC3E}">
        <p14:creationId xmlns:p14="http://schemas.microsoft.com/office/powerpoint/2010/main" val="255353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2026-09-24T07:38:41.5570000Z</dcterms:created>
  <dcterms:modified xsi:type="dcterms:W3CDTF">2026-09-24T07:38:41.5570000Z</dcterms:modified>
</coreProperties>
</file>